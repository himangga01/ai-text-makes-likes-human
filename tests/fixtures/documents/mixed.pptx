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C84CE0-2FE8-49E0-B4C8-A25DFFDA115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546571-9454-4CD6-9FBC-3AFB7D743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328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발표자 노트 원본 보존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46571-9454-4CD6-9FBC-3AFB7D7433E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436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발표자 노트 원본 보존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46571-9454-4CD6-9FBC-3AFB7D7433E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914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5E905A-F452-437E-B7C4-0BE6F8334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119246-7708-82C8-3587-DFA9A5A60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E5420C-45E2-2301-FFC5-D040F5FD6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F1B13-38D8-48BF-84A8-2849002FB010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878809-89ED-05D0-0413-960703ABD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AD1DF5-E84E-F985-7F26-D66778F8B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5037B-FDEC-4503-806A-480312C7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1738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040E87-7457-8F58-7164-34B94BA67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B41421-769B-3A37-BAEC-0F4DD3B17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4F7159-C825-27FB-2889-D484759A5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F1B13-38D8-48BF-84A8-2849002FB010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385C50-057A-F1F8-3103-2D0C05927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94165E-5B0C-1F04-AFA6-8435DA721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5037B-FDEC-4503-806A-480312C7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436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37FF3A-BEFF-7CD7-AC3E-3500035D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C6D7B6-8E7D-0BB3-0EB0-DE19BF85E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27068A-AE8B-7870-B073-98E7B494C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F1B13-38D8-48BF-84A8-2849002FB010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83EF21-001D-1979-2DBE-04CE0334E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9D55A5-7F13-23EA-7FE9-30AA620AC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5037B-FDEC-4503-806A-480312C7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1570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E79A54-0F22-0354-8960-76DC682E9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C70613-2392-86D4-44ED-F143B05586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EA2221-7A26-7857-40A9-9EFE80919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F67E77-7462-8A49-5E8A-E8D81C054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F1B13-38D8-48BF-84A8-2849002FB010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AE33A8-3925-4357-025C-4C0505E8C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EB679E-98D1-345D-69A1-9B8E77875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5037B-FDEC-4503-806A-480312C7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183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206127-C385-5150-325D-89404B231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A0FFBD-9839-D892-147F-5F32CF36C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6A9148-B6FA-0C49-8AEE-2CC91A345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42CAB9B-26C4-C21E-A42C-EBD6BDB606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77958B3-8467-48F1-0311-CAFE94008C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F114E6C-7B75-7E18-C1A2-8DFA4889D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F1B13-38D8-48BF-84A8-2849002FB010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79FE4E5-9536-19B3-2C4C-4C01C5E19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E4C58FB-BC14-E49B-B95B-4F67075F8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5037B-FDEC-4503-806A-480312C7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9062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08B5A8-9ACC-DD17-E8B7-7EBA83F8E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84B7D83-181E-91B6-35E4-E0BD3D22D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F1B13-38D8-48BF-84A8-2849002FB010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AA514AB-9107-5FC2-4362-DAD409649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7CE90D-E7FD-3D69-21D2-8E43F8BDA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5037B-FDEC-4503-806A-480312C7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717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BCFFF97-7856-44E4-4F0C-3DCE6AC64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F1B13-38D8-48BF-84A8-2849002FB010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7303E83-4EB5-8D79-EFAD-863DC0DE5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82121C-9EFC-BC4C-2671-B47025879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5037B-FDEC-4503-806A-480312C7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08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073FAB-B779-FA9D-F9FE-63E6F551D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B6121A-3997-44AC-517B-684A13502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40BA47-3013-2595-06E3-637F66A90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7FCD-8338-3C62-9263-D5A7ABB34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F1B13-38D8-48BF-84A8-2849002FB010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AE2A8A-53A9-90DB-E01C-2503E5E53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0EC589-E0F6-BCAA-F6DF-492A0F73C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5037B-FDEC-4503-806A-480312C7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757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D84287-20EB-D194-7948-8DEE79B50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4B4D9F4-AF73-8129-D0D1-9677689D56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BB504C-32FB-4B33-5C96-CD1DD721E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5491CD-C440-8313-17A8-F804765EB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F1B13-38D8-48BF-84A8-2849002FB010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B900B7-4EE1-ECBC-D3AB-8F8D96CC0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5E9ECF-6BF2-0486-D503-6094F454B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5037B-FDEC-4503-806A-480312C7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384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14C0C0-AFA1-6980-8398-FA8C72F47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C98946-0A39-7317-156A-A723077D2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F0F307-A36D-46F5-5DC9-AA5D13F1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F1B13-38D8-48BF-84A8-2849002FB010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72DC21-15E8-9C04-4323-3891911E4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07B700-50BE-B644-81A5-97DC2BA82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5037B-FDEC-4503-806A-480312C7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8316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7E809B-324F-F0C6-5629-3A576D5A03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C74C1E-1406-5CBE-BC01-37D3CB8582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6B4E16-2C26-FF11-982C-2317F8612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F1B13-38D8-48BF-84A8-2849002FB010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73812F-C230-DD77-A3CF-A85C28A34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0BD8DE-40E6-5E69-E968-7C05927B9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5037B-FDEC-4503-806A-480312C7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785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E31746-1AAB-F25E-3EDA-A48D5283E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BC3629-E0D1-D30B-B566-54731585B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8D524B-2864-5672-B68D-F56DBC4B3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4F1B13-38D8-48BF-84A8-2849002FB010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8095D0-619F-D8DD-BF6E-C2AC471BC0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5A06E7-78A9-FDBE-1D3F-01AFEF52C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C5037B-FDEC-4503-806A-480312C7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14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0C4EEF-7042-B820-9331-67B942D82F8F}"/>
              </a:ext>
            </a:extLst>
          </p:cNvPr>
          <p:cNvSpPr txBox="1"/>
          <p:nvPr/>
        </p:nvSpPr>
        <p:spPr>
          <a:xfrm>
            <a:off x="571500" y="381000"/>
            <a:ext cx="1092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3000">
                <a:latin typeface="맑은 고딕" panose="020B0503020000020004" pitchFamily="50" charset="-127"/>
              </a:rPr>
              <a:t>문서 윤문 검증 </a:t>
            </a:r>
            <a:r>
              <a:rPr lang="en-US" altLang="ko-KR" sz="3000">
                <a:latin typeface="맑은 고딕" panose="020B0503020000020004" pitchFamily="50" charset="-127"/>
              </a:rPr>
              <a:t>1</a:t>
            </a:r>
            <a:endParaRPr lang="ko-KR" altLang="en-US" sz="3000">
              <a:latin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033CB-590E-7D66-2661-E32FB5F4F96B}"/>
              </a:ext>
            </a:extLst>
          </p:cNvPr>
          <p:cNvSpPr txBox="1"/>
          <p:nvPr/>
        </p:nvSpPr>
        <p:spPr>
          <a:xfrm>
            <a:off x="571500" y="1651000"/>
            <a:ext cx="10922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200" b="1">
                <a:latin typeface="맑은 고딕" panose="020B0503020000020004" pitchFamily="50" charset="-127"/>
              </a:rPr>
              <a:t>이 조직은</a:t>
            </a:r>
            <a:r>
              <a:rPr lang="ko-KR" altLang="en-US" sz="2200">
                <a:latin typeface="맑은 고딕" panose="020B0503020000020004" pitchFamily="50" charset="-127"/>
              </a:rPr>
              <a:t> 강한 경쟁력을 가지고 있다</a:t>
            </a:r>
            <a:r>
              <a:rPr lang="en-US" altLang="ko-KR" sz="2200">
                <a:latin typeface="맑은 고딕" panose="020B0503020000020004" pitchFamily="50" charset="-127"/>
              </a:rPr>
              <a:t>. </a:t>
            </a:r>
            <a:r>
              <a:rPr lang="ko-KR" altLang="en-US" sz="2200">
                <a:latin typeface="맑은 고딕" panose="020B0503020000020004" pitchFamily="50" charset="-127"/>
              </a:rPr>
              <a:t>팀은 풍부한 경험을 가지고 있다</a:t>
            </a:r>
            <a:r>
              <a:rPr lang="en-US" altLang="ko-KR" sz="2200">
                <a:latin typeface="맑은 고딕" panose="020B0503020000020004" pitchFamily="50" charset="-127"/>
              </a:rPr>
              <a:t>.</a:t>
            </a:r>
            <a:endParaRPr lang="ko-KR" altLang="en-US" sz="2200">
              <a:latin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76C2ED1-C7E9-DC8F-5FD1-B41F7FC592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144378"/>
              </p:ext>
            </p:extLst>
          </p:nvPr>
        </p:nvGraphicFramePr>
        <p:xfrm>
          <a:off x="571500" y="3937000"/>
          <a:ext cx="10922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1000">
                  <a:extLst>
                    <a:ext uri="{9D8B030D-6E8A-4147-A177-3AD203B41FA5}">
                      <a16:colId xmlns:a16="http://schemas.microsoft.com/office/drawing/2014/main" val="1144282831"/>
                    </a:ext>
                  </a:extLst>
                </a:gridCol>
                <a:gridCol w="5461000">
                  <a:extLst>
                    <a:ext uri="{9D8B030D-6E8A-4147-A177-3AD203B41FA5}">
                      <a16:colId xmlns:a16="http://schemas.microsoft.com/office/drawing/2014/main" val="427844626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지역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인원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874354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서울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10</a:t>
                      </a:r>
                      <a:r>
                        <a:rPr lang="ko-KR" altLang="en-US"/>
                        <a:t>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193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4592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4C9144-0548-B96A-6C0B-CC02D4DE7693}"/>
              </a:ext>
            </a:extLst>
          </p:cNvPr>
          <p:cNvSpPr txBox="1"/>
          <p:nvPr/>
        </p:nvSpPr>
        <p:spPr>
          <a:xfrm>
            <a:off x="571500" y="381000"/>
            <a:ext cx="1092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3000">
                <a:latin typeface="맑은 고딕" panose="020B0503020000020004" pitchFamily="50" charset="-127"/>
              </a:rPr>
              <a:t>문서 윤문 검증 </a:t>
            </a:r>
            <a:r>
              <a:rPr lang="en-US" altLang="ko-KR" sz="3000">
                <a:latin typeface="맑은 고딕" panose="020B0503020000020004" pitchFamily="50" charset="-127"/>
              </a:rPr>
              <a:t>2</a:t>
            </a:r>
            <a:endParaRPr lang="ko-KR" altLang="en-US" sz="3000">
              <a:latin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BEA5E4-CAC0-F0DF-3F31-1DB07EC514C7}"/>
              </a:ext>
            </a:extLst>
          </p:cNvPr>
          <p:cNvSpPr txBox="1"/>
          <p:nvPr/>
        </p:nvSpPr>
        <p:spPr>
          <a:xfrm>
            <a:off x="571500" y="1651000"/>
            <a:ext cx="10922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200" b="1">
                <a:latin typeface="맑은 고딕" panose="020B0503020000020004" pitchFamily="50" charset="-127"/>
              </a:rPr>
              <a:t>이 조직은</a:t>
            </a:r>
            <a:r>
              <a:rPr lang="ko-KR" altLang="en-US" sz="2200">
                <a:latin typeface="맑은 고딕" panose="020B0503020000020004" pitchFamily="50" charset="-127"/>
              </a:rPr>
              <a:t> 강한 경쟁력을 가지고 있다</a:t>
            </a:r>
            <a:r>
              <a:rPr lang="en-US" altLang="ko-KR" sz="2200">
                <a:latin typeface="맑은 고딕" panose="020B0503020000020004" pitchFamily="50" charset="-127"/>
              </a:rPr>
              <a:t>. </a:t>
            </a:r>
            <a:r>
              <a:rPr lang="ko-KR" altLang="en-US" sz="2200">
                <a:latin typeface="맑은 고딕" panose="020B0503020000020004" pitchFamily="50" charset="-127"/>
              </a:rPr>
              <a:t>팀은 풍부한 경험을 가지고 있다</a:t>
            </a:r>
            <a:r>
              <a:rPr lang="en-US" altLang="ko-KR" sz="2200">
                <a:latin typeface="맑은 고딕" panose="020B0503020000020004" pitchFamily="50" charset="-127"/>
              </a:rPr>
              <a:t>.</a:t>
            </a:r>
            <a:endParaRPr lang="ko-KR" altLang="en-US" sz="2200">
              <a:latin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AA8DD1C-45F2-DCDB-D1AA-6807F65721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512550"/>
              </p:ext>
            </p:extLst>
          </p:nvPr>
        </p:nvGraphicFramePr>
        <p:xfrm>
          <a:off x="571500" y="3937000"/>
          <a:ext cx="10922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1000">
                  <a:extLst>
                    <a:ext uri="{9D8B030D-6E8A-4147-A177-3AD203B41FA5}">
                      <a16:colId xmlns:a16="http://schemas.microsoft.com/office/drawing/2014/main" val="1999213200"/>
                    </a:ext>
                  </a:extLst>
                </a:gridCol>
                <a:gridCol w="5461000">
                  <a:extLst>
                    <a:ext uri="{9D8B030D-6E8A-4147-A177-3AD203B41FA5}">
                      <a16:colId xmlns:a16="http://schemas.microsoft.com/office/drawing/2014/main" val="81779232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지역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인원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60395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서울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10</a:t>
                      </a:r>
                      <a:r>
                        <a:rPr lang="ko-KR" altLang="en-US"/>
                        <a:t>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7892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4393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Microsoft Office PowerPoint</Application>
  <PresentationFormat>사용자 지정</PresentationFormat>
  <Paragraphs>16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</dc:creator>
  <cp:lastModifiedBy>c</cp:lastModifiedBy>
  <cp:revision>1</cp:revision>
  <dcterms:created xsi:type="dcterms:W3CDTF">2026-09-08T08:18:06Z</dcterms:created>
  <dcterms:modified xsi:type="dcterms:W3CDTF">2026-09-08T08:18:06Z</dcterms:modified>
</cp:coreProperties>
</file>